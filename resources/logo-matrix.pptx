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1" r:id="rId2"/>
    <p:sldId id="274" r:id="rId3"/>
    <p:sldId id="289" r:id="rId4"/>
    <p:sldId id="290" r:id="rId5"/>
    <p:sldId id="287" r:id="rId6"/>
    <p:sldId id="288" r:id="rId7"/>
    <p:sldId id="284" r:id="rId8"/>
    <p:sldId id="285" r:id="rId9"/>
    <p:sldId id="286" r:id="rId10"/>
    <p:sldId id="277" r:id="rId11"/>
    <p:sldId id="279" r:id="rId12"/>
    <p:sldId id="278" r:id="rId13"/>
    <p:sldId id="280" r:id="rId14"/>
    <p:sldId id="275" r:id="rId15"/>
    <p:sldId id="282" r:id="rId16"/>
    <p:sldId id="281" r:id="rId17"/>
    <p:sldId id="28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500"/>
    <a:srgbClr val="FFFFFF"/>
    <a:srgbClr val="1A64D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68"/>
    <p:restoredTop sz="94512"/>
  </p:normalViewPr>
  <p:slideViewPr>
    <p:cSldViewPr snapToGrid="0" snapToObjects="1">
      <p:cViewPr varScale="1">
        <p:scale>
          <a:sx n="59" d="100"/>
          <a:sy n="59" d="100"/>
        </p:scale>
        <p:origin x="200" y="14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49BD4-94A7-DC4E-9BBB-C91D46BD1B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09FD3-6738-9540-93F1-913B5B48E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98594-7772-BE49-8060-B9EC97F8C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D038-7D82-B245-A395-C3CA07586E87}" type="datetimeFigureOut">
              <a:rPr lang="en-US" smtClean="0"/>
              <a:t>10/26/18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2AAE4-5010-004E-B934-A9BDE6C32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BBD7E-3AA9-6042-A18C-EB466C17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C3D10-A128-0C4C-B633-07B25C107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566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D364C-35DE-884C-B0EC-6B132BB27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02E72-5684-A745-B8F2-A1AD3E612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A3F68-385A-5141-9DA9-F4A1E746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D038-7D82-B245-A395-C3CA07586E87}" type="datetimeFigureOut">
              <a:rPr lang="en-US" smtClean="0"/>
              <a:t>10/26/18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6814D-DCE0-4F4E-81D3-3D62A312E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8EEED-AA9E-494E-8E91-872931014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C3D10-A128-0C4C-B633-07B25C107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54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E4250-01DF-4542-8240-52476D77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F9979-4B90-1041-B6D1-0FF1E80D3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967D8-695D-EE47-A194-050AD9283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D038-7D82-B245-A395-C3CA07586E87}" type="datetimeFigureOut">
              <a:rPr lang="en-US" smtClean="0"/>
              <a:t>10/26/18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D010C-468D-D64D-A761-B90EDD65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60D4F-968B-054C-886D-76745212F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C3D10-A128-0C4C-B633-07B25C107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22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83849-A6B5-D948-9FAF-EAD1EA5D2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48225-39A7-704F-A68E-3E708B2B4F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8D3B7A-5E2B-6C4B-AA4E-B2261B1CF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D1EFD-FB2B-2149-B34E-9E18BE1BF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D038-7D82-B245-A395-C3CA07586E87}" type="datetimeFigureOut">
              <a:rPr lang="en-US" smtClean="0"/>
              <a:t>10/26/18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9B21B-52E3-394F-8C6C-0E234A048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9A269-F7DD-3243-AC7A-6B9CAFE79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C3D10-A128-0C4C-B633-07B25C107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140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766AB-FCD6-D444-9BA4-C5BCBA376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A8859-2A2B-B14B-84C1-DF3D9E371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46A52-7EF4-A644-8C0C-51D6FB9D7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291ECB-240A-C949-B6D8-53140586B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A0CC76-746D-434E-ADA6-CE56C0851D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F0195F-9E47-C04B-82BD-AB3ACE04A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D038-7D82-B245-A395-C3CA07586E87}" type="datetimeFigureOut">
              <a:rPr lang="en-US" smtClean="0"/>
              <a:t>10/26/18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5440F8-837D-444C-A13F-5CE9B099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B222B0-746B-704D-B07A-437AEB8EC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C3D10-A128-0C4C-B633-07B25C107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25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EFE4-3A08-574F-A409-60438913A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5CA12-3A62-DA43-A972-CD978673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D038-7D82-B245-A395-C3CA07586E87}" type="datetimeFigureOut">
              <a:rPr lang="en-US" smtClean="0"/>
              <a:t>10/26/18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E147D6-8266-1B46-B125-0F4FF18CF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F6F8D-3C1A-2C4E-8C85-B968360D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C3D10-A128-0C4C-B633-07B25C107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92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908507-23D1-4947-BD47-AC5987D2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D038-7D82-B245-A395-C3CA07586E87}" type="datetimeFigureOut">
              <a:rPr lang="en-US" smtClean="0"/>
              <a:t>10/26/18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50838B-7D61-644F-A4D0-5B5DE6ACA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C612-C607-D24F-A08B-199AF412E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C3D10-A128-0C4C-B633-07B25C107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49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BE252-23A0-C242-B5CB-8C784D131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DE23C-C1F4-A04E-85A2-1AC0B53E3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632A8A-3C8E-8748-A727-E92A89096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0DD10-77A1-1A4C-9A03-F44356EA3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D038-7D82-B245-A395-C3CA07586E87}" type="datetimeFigureOut">
              <a:rPr lang="en-US" smtClean="0"/>
              <a:t>10/26/18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790BF-E7ED-1047-B1CB-7C5B3D65F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32CF03-654E-0448-95F8-D692E52A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C3D10-A128-0C4C-B633-07B25C107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28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F80A4-D416-1C4F-B51D-746D4D323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D77E5C-4AFC-3B4D-B8A4-1F3945612B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7EF75-2CA8-8F46-9A39-C365A6DAE3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1D202-C78A-6848-BE73-2CCC285F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D038-7D82-B245-A395-C3CA07586E87}" type="datetimeFigureOut">
              <a:rPr lang="en-US" smtClean="0"/>
              <a:t>10/26/18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9A1DA-3F90-F248-B9E7-AEF18D9BC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5E2AB-B60E-AD49-81C4-673142E30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C3D10-A128-0C4C-B633-07B25C107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21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2A275-F143-E445-9A0A-B6688E5D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26D0C3-5660-AE42-965F-D8902863F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139E7-FA01-A640-8BFB-A9C7AF5A8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D038-7D82-B245-A395-C3CA07586E87}" type="datetimeFigureOut">
              <a:rPr lang="en-US" smtClean="0"/>
              <a:t>10/26/18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0AD89-78FE-114C-A1F5-0E053B780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7437F-9608-0142-A9BD-1F67A5225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C3D10-A128-0C4C-B633-07B25C107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10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42B32-E4AE-6345-88CB-918D475B03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9EDBF9-98A6-DD48-99B1-AC635CA1E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98B2E-29A6-3E46-9961-E91115364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D038-7D82-B245-A395-C3CA07586E87}" type="datetimeFigureOut">
              <a:rPr lang="en-US" smtClean="0"/>
              <a:t>10/26/18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84156-6E13-F043-9C11-FE658D417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8DB95-586E-EF45-ADBF-85AAC811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C3D10-A128-0C4C-B633-07B25C107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75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3D3569-50E9-984C-8AD4-C3E802411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F6A3F-42AF-E34A-A450-7B82D7F5C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B6778-5371-6B49-857B-488B9434AC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36D038-7D82-B245-A395-C3CA07586E87}" type="datetimeFigureOut">
              <a:rPr lang="en-US" smtClean="0"/>
              <a:t>10/26/18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D45B5-4F2D-574F-B31F-77B16056BF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ACFC6-9696-9B43-92C4-FF7112ECF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C3D10-A128-0C4C-B633-07B25C107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626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64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1C7BA3-363A-4042-BC6E-2717AB98DEFA}"/>
              </a:ext>
            </a:extLst>
          </p:cNvPr>
          <p:cNvGrpSpPr/>
          <p:nvPr/>
        </p:nvGrpSpPr>
        <p:grpSpPr>
          <a:xfrm>
            <a:off x="1962977" y="2228671"/>
            <a:ext cx="8266045" cy="2400657"/>
            <a:chOff x="1962977" y="587752"/>
            <a:chExt cx="8266045" cy="240065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3822528-768C-9144-8E3F-F8E9B50F242E}"/>
                </a:ext>
              </a:extLst>
            </p:cNvPr>
            <p:cNvSpPr txBox="1"/>
            <p:nvPr/>
          </p:nvSpPr>
          <p:spPr>
            <a:xfrm>
              <a:off x="2141648" y="587752"/>
              <a:ext cx="7908703" cy="156966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9600" b="1" dirty="0">
                  <a:solidFill>
                    <a:srgbClr val="FFFFFF"/>
                  </a:solidFill>
                  <a:latin typeface="Avenir Next Heavy" panose="020B0503020202020204" pitchFamily="34" charset="0"/>
                </a:rPr>
                <a:t>Logo Matrix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8913A86-BE6B-204C-9BC6-BA2F92107664}"/>
                </a:ext>
              </a:extLst>
            </p:cNvPr>
            <p:cNvSpPr txBox="1"/>
            <p:nvPr/>
          </p:nvSpPr>
          <p:spPr>
            <a:xfrm>
              <a:off x="1962977" y="2157412"/>
              <a:ext cx="8266045" cy="83099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4800" cap="small" dirty="0">
                  <a:solidFill>
                    <a:srgbClr val="FFB500"/>
                  </a:solidFill>
                  <a:latin typeface="Avenir Next Medium" panose="020B0503020202020204" pitchFamily="34" charset="0"/>
                </a:rPr>
                <a:t>V1.0 | Revised October 2018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879787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3F01A66-0964-864F-BEC8-A508FA691DA3}"/>
              </a:ext>
            </a:extLst>
          </p:cNvPr>
          <p:cNvSpPr/>
          <p:nvPr/>
        </p:nvSpPr>
        <p:spPr>
          <a:xfrm rot="16200000">
            <a:off x="3352800" y="685800"/>
            <a:ext cx="5486400" cy="548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en-US" sz="30000" spc="1500" dirty="0">
              <a:solidFill>
                <a:srgbClr val="FFFFFF"/>
              </a:solidFill>
              <a:latin typeface="STHupo" panose="02010800040101010101" pitchFamily="2" charset="-122"/>
              <a:ea typeface="STHupo" panose="02010800040101010101" pitchFamily="2" charset="-122"/>
              <a:cs typeface="Phosphate Inline" panose="02000506050000020004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D51551-2ED2-7C40-AA19-B8090981448B}"/>
              </a:ext>
            </a:extLst>
          </p:cNvPr>
          <p:cNvSpPr/>
          <p:nvPr/>
        </p:nvSpPr>
        <p:spPr>
          <a:xfrm rot="16200000">
            <a:off x="5638800" y="1139952"/>
            <a:ext cx="914400" cy="4572000"/>
          </a:xfrm>
          <a:prstGeom prst="rect">
            <a:avLst/>
          </a:prstGeom>
          <a:solidFill>
            <a:srgbClr val="1A64D7"/>
          </a:solidFill>
          <a:ln w="254000">
            <a:solidFill>
              <a:srgbClr val="FFB500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en-US" sz="30000" spc="1500" dirty="0">
              <a:solidFill>
                <a:srgbClr val="FFFFFF"/>
              </a:solidFill>
              <a:latin typeface="STHupo" panose="02010800040101010101" pitchFamily="2" charset="-122"/>
              <a:ea typeface="STHupo" panose="02010800040101010101" pitchFamily="2" charset="-122"/>
              <a:cs typeface="Phosphate Inline" panose="02000506050000020004" pitchFamily="2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0A0D96-36CF-A149-B5BB-04162814CDD6}"/>
              </a:ext>
            </a:extLst>
          </p:cNvPr>
          <p:cNvSpPr/>
          <p:nvPr/>
        </p:nvSpPr>
        <p:spPr>
          <a:xfrm rot="13500000">
            <a:off x="4722877" y="1031334"/>
            <a:ext cx="914400" cy="2963485"/>
          </a:xfrm>
          <a:prstGeom prst="rect">
            <a:avLst/>
          </a:prstGeom>
          <a:solidFill>
            <a:srgbClr val="1A64D7"/>
          </a:solidFill>
          <a:ln w="254000">
            <a:solidFill>
              <a:srgbClr val="FFB500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77500" lnSpcReduction="20000"/>
          </a:bodyPr>
          <a:lstStyle/>
          <a:p>
            <a:pPr algn="ctr"/>
            <a:endParaRPr lang="en-US" sz="30000" spc="1500" dirty="0">
              <a:solidFill>
                <a:srgbClr val="FFFFFF"/>
              </a:solidFill>
              <a:latin typeface="STHupo" panose="02010800040101010101" pitchFamily="2" charset="-122"/>
              <a:ea typeface="STHupo" panose="02010800040101010101" pitchFamily="2" charset="-122"/>
              <a:cs typeface="Phosphate Inline" panose="02000506050000020004" pitchFamily="2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55AE56-EF51-7143-BD26-4193ED736FC5}"/>
              </a:ext>
            </a:extLst>
          </p:cNvPr>
          <p:cNvSpPr/>
          <p:nvPr/>
        </p:nvSpPr>
        <p:spPr>
          <a:xfrm rot="16200000">
            <a:off x="1982724" y="2971800"/>
            <a:ext cx="4568952" cy="914400"/>
          </a:xfrm>
          <a:prstGeom prst="rect">
            <a:avLst/>
          </a:prstGeom>
          <a:solidFill>
            <a:srgbClr val="1A64D7"/>
          </a:solidFill>
          <a:ln w="254000">
            <a:solidFill>
              <a:srgbClr val="FFB500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25000" lnSpcReduction="20000"/>
          </a:bodyPr>
          <a:lstStyle/>
          <a:p>
            <a:pPr algn="ctr"/>
            <a:endParaRPr lang="en-US" sz="30000" spc="1500" dirty="0">
              <a:solidFill>
                <a:srgbClr val="FFFFFF"/>
              </a:solidFill>
              <a:latin typeface="STHupo" panose="02010800040101010101" pitchFamily="2" charset="-122"/>
              <a:ea typeface="STHupo" panose="02010800040101010101" pitchFamily="2" charset="-122"/>
              <a:cs typeface="Phosphate Inline" panose="0200050605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57983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37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C693119-FFB3-104E-BDD4-69FDC31CE38A}"/>
              </a:ext>
            </a:extLst>
          </p:cNvPr>
          <p:cNvGrpSpPr/>
          <p:nvPr/>
        </p:nvGrpSpPr>
        <p:grpSpPr>
          <a:xfrm rot="-5400000">
            <a:off x="3352800" y="685800"/>
            <a:ext cx="5486400" cy="5486400"/>
            <a:chOff x="3352800" y="685800"/>
            <a:chExt cx="5486400" cy="5486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F01A66-0964-864F-BEC8-A508FA691DA3}"/>
                </a:ext>
              </a:extLst>
            </p:cNvPr>
            <p:cNvSpPr/>
            <p:nvPr/>
          </p:nvSpPr>
          <p:spPr>
            <a:xfrm>
              <a:off x="3352800" y="685800"/>
              <a:ext cx="5486400" cy="548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 sz="30000" spc="1500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Phosphate Inline" panose="02000506050000020004" pitchFamily="2" charset="77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8FC9916-A109-2044-8BAE-E5BCD5FE8F3F}"/>
                </a:ext>
              </a:extLst>
            </p:cNvPr>
            <p:cNvGrpSpPr/>
            <p:nvPr/>
          </p:nvGrpSpPr>
          <p:grpSpPr>
            <a:xfrm>
              <a:off x="3811524" y="1031334"/>
              <a:ext cx="4568952" cy="4683666"/>
              <a:chOff x="3811524" y="1031334"/>
              <a:chExt cx="4568952" cy="4683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4D51551-2ED2-7C40-AA19-B8090981448B}"/>
                  </a:ext>
                </a:extLst>
              </p:cNvPr>
              <p:cNvSpPr/>
              <p:nvPr/>
            </p:nvSpPr>
            <p:spPr>
              <a:xfrm>
                <a:off x="5641848" y="1143000"/>
                <a:ext cx="914400" cy="4572000"/>
              </a:xfrm>
              <a:prstGeom prst="rect">
                <a:avLst/>
              </a:prstGeom>
              <a:solidFill>
                <a:srgbClr val="1A64D7"/>
              </a:solidFill>
              <a:ln w="254000">
                <a:solidFill>
                  <a:srgbClr val="FFB500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30A0D96-36CF-A149-B5BB-04162814CDD6}"/>
                  </a:ext>
                </a:extLst>
              </p:cNvPr>
              <p:cNvSpPr/>
              <p:nvPr/>
            </p:nvSpPr>
            <p:spPr>
              <a:xfrm rot="-2700000">
                <a:off x="6554724" y="1031334"/>
                <a:ext cx="914400" cy="2963485"/>
              </a:xfrm>
              <a:prstGeom prst="rect">
                <a:avLst/>
              </a:prstGeom>
              <a:solidFill>
                <a:srgbClr val="1A64D7"/>
              </a:solidFill>
              <a:ln w="254000">
                <a:solidFill>
                  <a:srgbClr val="FFB500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775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A55AE56-EF51-7143-BD26-4193ED736FC5}"/>
                  </a:ext>
                </a:extLst>
              </p:cNvPr>
              <p:cNvSpPr/>
              <p:nvPr/>
            </p:nvSpPr>
            <p:spPr>
              <a:xfrm>
                <a:off x="3811524" y="1143000"/>
                <a:ext cx="4568952" cy="914400"/>
              </a:xfrm>
              <a:prstGeom prst="rect">
                <a:avLst/>
              </a:prstGeom>
              <a:solidFill>
                <a:srgbClr val="1A64D7"/>
              </a:solidFill>
              <a:ln w="254000">
                <a:solidFill>
                  <a:srgbClr val="FFB500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250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20931312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C693119-FFB3-104E-BDD4-69FDC31CE38A}"/>
              </a:ext>
            </a:extLst>
          </p:cNvPr>
          <p:cNvGrpSpPr/>
          <p:nvPr/>
        </p:nvGrpSpPr>
        <p:grpSpPr>
          <a:xfrm rot="-5400000">
            <a:off x="3352800" y="685800"/>
            <a:ext cx="5486400" cy="5486400"/>
            <a:chOff x="3352800" y="685800"/>
            <a:chExt cx="5486400" cy="5486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F01A66-0964-864F-BEC8-A508FA691DA3}"/>
                </a:ext>
              </a:extLst>
            </p:cNvPr>
            <p:cNvSpPr/>
            <p:nvPr/>
          </p:nvSpPr>
          <p:spPr>
            <a:xfrm>
              <a:off x="3352800" y="685800"/>
              <a:ext cx="5486400" cy="54864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 sz="30000" spc="1500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Phosphate Inline" panose="02000506050000020004" pitchFamily="2" charset="77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8FC9916-A109-2044-8BAE-E5BCD5FE8F3F}"/>
                </a:ext>
              </a:extLst>
            </p:cNvPr>
            <p:cNvGrpSpPr/>
            <p:nvPr/>
          </p:nvGrpSpPr>
          <p:grpSpPr>
            <a:xfrm>
              <a:off x="3811524" y="1031334"/>
              <a:ext cx="4568952" cy="4683666"/>
              <a:chOff x="3811524" y="1031334"/>
              <a:chExt cx="4568952" cy="4683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4D51551-2ED2-7C40-AA19-B8090981448B}"/>
                  </a:ext>
                </a:extLst>
              </p:cNvPr>
              <p:cNvSpPr/>
              <p:nvPr/>
            </p:nvSpPr>
            <p:spPr>
              <a:xfrm>
                <a:off x="5641848" y="1143000"/>
                <a:ext cx="914400" cy="4572000"/>
              </a:xfrm>
              <a:prstGeom prst="rect">
                <a:avLst/>
              </a:prstGeom>
              <a:solidFill>
                <a:srgbClr val="1A64D7"/>
              </a:solidFill>
              <a:ln w="254000">
                <a:solidFill>
                  <a:srgbClr val="FFB500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30A0D96-36CF-A149-B5BB-04162814CDD6}"/>
                  </a:ext>
                </a:extLst>
              </p:cNvPr>
              <p:cNvSpPr/>
              <p:nvPr/>
            </p:nvSpPr>
            <p:spPr>
              <a:xfrm rot="-2700000">
                <a:off x="6554724" y="1031334"/>
                <a:ext cx="914400" cy="2963485"/>
              </a:xfrm>
              <a:prstGeom prst="rect">
                <a:avLst/>
              </a:prstGeom>
              <a:solidFill>
                <a:srgbClr val="1A64D7"/>
              </a:solidFill>
              <a:ln w="254000">
                <a:solidFill>
                  <a:srgbClr val="FFB500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775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A55AE56-EF51-7143-BD26-4193ED736FC5}"/>
                  </a:ext>
                </a:extLst>
              </p:cNvPr>
              <p:cNvSpPr/>
              <p:nvPr/>
            </p:nvSpPr>
            <p:spPr>
              <a:xfrm>
                <a:off x="3811524" y="1143000"/>
                <a:ext cx="4568952" cy="914400"/>
              </a:xfrm>
              <a:prstGeom prst="rect">
                <a:avLst/>
              </a:prstGeom>
              <a:solidFill>
                <a:srgbClr val="1A64D7"/>
              </a:solidFill>
              <a:ln w="254000">
                <a:solidFill>
                  <a:srgbClr val="FFB500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250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30280934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C693119-FFB3-104E-BDD4-69FDC31CE38A}"/>
              </a:ext>
            </a:extLst>
          </p:cNvPr>
          <p:cNvGrpSpPr/>
          <p:nvPr/>
        </p:nvGrpSpPr>
        <p:grpSpPr>
          <a:xfrm rot="-5400000">
            <a:off x="3352800" y="685800"/>
            <a:ext cx="5486400" cy="5486400"/>
            <a:chOff x="3352800" y="685800"/>
            <a:chExt cx="5486400" cy="5486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F01A66-0964-864F-BEC8-A508FA691DA3}"/>
                </a:ext>
              </a:extLst>
            </p:cNvPr>
            <p:cNvSpPr/>
            <p:nvPr/>
          </p:nvSpPr>
          <p:spPr>
            <a:xfrm>
              <a:off x="3352800" y="685800"/>
              <a:ext cx="5486400" cy="5486400"/>
            </a:xfrm>
            <a:prstGeom prst="rect">
              <a:avLst/>
            </a:prstGeom>
            <a:solidFill>
              <a:srgbClr val="1A64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 sz="30000" spc="1500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Phosphate Inline" panose="02000506050000020004" pitchFamily="2" charset="77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8FC9916-A109-2044-8BAE-E5BCD5FE8F3F}"/>
                </a:ext>
              </a:extLst>
            </p:cNvPr>
            <p:cNvGrpSpPr/>
            <p:nvPr/>
          </p:nvGrpSpPr>
          <p:grpSpPr>
            <a:xfrm>
              <a:off x="3811524" y="1031334"/>
              <a:ext cx="4568952" cy="4683666"/>
              <a:chOff x="3811524" y="1031334"/>
              <a:chExt cx="4568952" cy="4683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4D51551-2ED2-7C40-AA19-B8090981448B}"/>
                  </a:ext>
                </a:extLst>
              </p:cNvPr>
              <p:cNvSpPr/>
              <p:nvPr/>
            </p:nvSpPr>
            <p:spPr>
              <a:xfrm>
                <a:off x="5641848" y="1143000"/>
                <a:ext cx="914400" cy="4572000"/>
              </a:xfrm>
              <a:prstGeom prst="rect">
                <a:avLst/>
              </a:prstGeom>
              <a:solidFill>
                <a:srgbClr val="FFB500"/>
              </a:solidFill>
              <a:ln w="254000">
                <a:solidFill>
                  <a:srgbClr val="FFFFFF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30A0D96-36CF-A149-B5BB-04162814CDD6}"/>
                  </a:ext>
                </a:extLst>
              </p:cNvPr>
              <p:cNvSpPr/>
              <p:nvPr/>
            </p:nvSpPr>
            <p:spPr>
              <a:xfrm rot="-2700000">
                <a:off x="6554724" y="1031334"/>
                <a:ext cx="914400" cy="2963485"/>
              </a:xfrm>
              <a:prstGeom prst="rect">
                <a:avLst/>
              </a:prstGeom>
              <a:solidFill>
                <a:srgbClr val="FFB500"/>
              </a:solidFill>
              <a:ln w="254000">
                <a:solidFill>
                  <a:srgbClr val="FFFFFF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775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A55AE56-EF51-7143-BD26-4193ED736FC5}"/>
                  </a:ext>
                </a:extLst>
              </p:cNvPr>
              <p:cNvSpPr/>
              <p:nvPr/>
            </p:nvSpPr>
            <p:spPr>
              <a:xfrm>
                <a:off x="3811524" y="1143000"/>
                <a:ext cx="4568952" cy="914400"/>
              </a:xfrm>
              <a:prstGeom prst="rect">
                <a:avLst/>
              </a:prstGeom>
              <a:solidFill>
                <a:srgbClr val="FFB500"/>
              </a:solidFill>
              <a:ln w="254000">
                <a:solidFill>
                  <a:srgbClr val="FFFFFF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250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57442744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C693119-FFB3-104E-BDD4-69FDC31CE38A}"/>
              </a:ext>
            </a:extLst>
          </p:cNvPr>
          <p:cNvGrpSpPr/>
          <p:nvPr/>
        </p:nvGrpSpPr>
        <p:grpSpPr>
          <a:xfrm rot="-5400000">
            <a:off x="3352800" y="685800"/>
            <a:ext cx="5486400" cy="5486400"/>
            <a:chOff x="3352800" y="685800"/>
            <a:chExt cx="5486400" cy="5486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F01A66-0964-864F-BEC8-A508FA691DA3}"/>
                </a:ext>
              </a:extLst>
            </p:cNvPr>
            <p:cNvSpPr/>
            <p:nvPr/>
          </p:nvSpPr>
          <p:spPr>
            <a:xfrm>
              <a:off x="3352800" y="685800"/>
              <a:ext cx="5486400" cy="5486400"/>
            </a:xfrm>
            <a:prstGeom prst="rect">
              <a:avLst/>
            </a:prstGeom>
            <a:solidFill>
              <a:srgbClr val="1A64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 sz="30000" spc="1500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Phosphate Inline" panose="02000506050000020004" pitchFamily="2" charset="77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8FC9916-A109-2044-8BAE-E5BCD5FE8F3F}"/>
                </a:ext>
              </a:extLst>
            </p:cNvPr>
            <p:cNvGrpSpPr/>
            <p:nvPr/>
          </p:nvGrpSpPr>
          <p:grpSpPr>
            <a:xfrm>
              <a:off x="3811524" y="1031334"/>
              <a:ext cx="4568952" cy="4683666"/>
              <a:chOff x="3811524" y="1031334"/>
              <a:chExt cx="4568952" cy="4683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4D51551-2ED2-7C40-AA19-B8090981448B}"/>
                  </a:ext>
                </a:extLst>
              </p:cNvPr>
              <p:cNvSpPr/>
              <p:nvPr/>
            </p:nvSpPr>
            <p:spPr>
              <a:xfrm>
                <a:off x="5641848" y="1143000"/>
                <a:ext cx="914400" cy="4572000"/>
              </a:xfrm>
              <a:prstGeom prst="rect">
                <a:avLst/>
              </a:prstGeom>
              <a:solidFill>
                <a:srgbClr val="1A64D7"/>
              </a:solidFill>
              <a:ln w="254000">
                <a:solidFill>
                  <a:srgbClr val="FFFFFF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30A0D96-36CF-A149-B5BB-04162814CDD6}"/>
                  </a:ext>
                </a:extLst>
              </p:cNvPr>
              <p:cNvSpPr/>
              <p:nvPr/>
            </p:nvSpPr>
            <p:spPr>
              <a:xfrm rot="-2700000">
                <a:off x="6554724" y="1031334"/>
                <a:ext cx="914400" cy="2963485"/>
              </a:xfrm>
              <a:prstGeom prst="rect">
                <a:avLst/>
              </a:prstGeom>
              <a:solidFill>
                <a:srgbClr val="1A64D7"/>
              </a:solidFill>
              <a:ln w="254000">
                <a:solidFill>
                  <a:srgbClr val="FFFFFF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775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A55AE56-EF51-7143-BD26-4193ED736FC5}"/>
                  </a:ext>
                </a:extLst>
              </p:cNvPr>
              <p:cNvSpPr/>
              <p:nvPr/>
            </p:nvSpPr>
            <p:spPr>
              <a:xfrm>
                <a:off x="3811524" y="1143000"/>
                <a:ext cx="4568952" cy="914400"/>
              </a:xfrm>
              <a:prstGeom prst="rect">
                <a:avLst/>
              </a:prstGeom>
              <a:solidFill>
                <a:srgbClr val="1A64D7"/>
              </a:solidFill>
              <a:ln w="254000">
                <a:solidFill>
                  <a:srgbClr val="FFFFFF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250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4902873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C693119-FFB3-104E-BDD4-69FDC31CE38A}"/>
              </a:ext>
            </a:extLst>
          </p:cNvPr>
          <p:cNvGrpSpPr/>
          <p:nvPr/>
        </p:nvGrpSpPr>
        <p:grpSpPr>
          <a:xfrm rot="-5400000">
            <a:off x="3352800" y="685800"/>
            <a:ext cx="5486400" cy="5486400"/>
            <a:chOff x="3352800" y="685800"/>
            <a:chExt cx="5486400" cy="5486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F01A66-0964-864F-BEC8-A508FA691DA3}"/>
                </a:ext>
              </a:extLst>
            </p:cNvPr>
            <p:cNvSpPr/>
            <p:nvPr/>
          </p:nvSpPr>
          <p:spPr>
            <a:xfrm>
              <a:off x="3352800" y="685800"/>
              <a:ext cx="5486400" cy="548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 sz="30000" spc="1500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Phosphate Inline" panose="02000506050000020004" pitchFamily="2" charset="77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8FC9916-A109-2044-8BAE-E5BCD5FE8F3F}"/>
                </a:ext>
              </a:extLst>
            </p:cNvPr>
            <p:cNvGrpSpPr/>
            <p:nvPr/>
          </p:nvGrpSpPr>
          <p:grpSpPr>
            <a:xfrm>
              <a:off x="3811524" y="1031334"/>
              <a:ext cx="4568952" cy="4683666"/>
              <a:chOff x="3811524" y="1031334"/>
              <a:chExt cx="4568952" cy="4683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4D51551-2ED2-7C40-AA19-B8090981448B}"/>
                  </a:ext>
                </a:extLst>
              </p:cNvPr>
              <p:cNvSpPr/>
              <p:nvPr/>
            </p:nvSpPr>
            <p:spPr>
              <a:xfrm>
                <a:off x="5641848" y="1143000"/>
                <a:ext cx="914400" cy="4572000"/>
              </a:xfrm>
              <a:prstGeom prst="rect">
                <a:avLst/>
              </a:prstGeom>
              <a:solidFill>
                <a:srgbClr val="FFFFFF"/>
              </a:solidFill>
              <a:ln w="254000">
                <a:solidFill>
                  <a:srgbClr val="1A64D7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30A0D96-36CF-A149-B5BB-04162814CDD6}"/>
                  </a:ext>
                </a:extLst>
              </p:cNvPr>
              <p:cNvSpPr/>
              <p:nvPr/>
            </p:nvSpPr>
            <p:spPr>
              <a:xfrm rot="-2700000">
                <a:off x="6554724" y="1031334"/>
                <a:ext cx="914400" cy="2963485"/>
              </a:xfrm>
              <a:prstGeom prst="rect">
                <a:avLst/>
              </a:prstGeom>
              <a:solidFill>
                <a:srgbClr val="FFFFFF"/>
              </a:solidFill>
              <a:ln w="254000">
                <a:solidFill>
                  <a:srgbClr val="1A64D7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775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A55AE56-EF51-7143-BD26-4193ED736FC5}"/>
                  </a:ext>
                </a:extLst>
              </p:cNvPr>
              <p:cNvSpPr/>
              <p:nvPr/>
            </p:nvSpPr>
            <p:spPr>
              <a:xfrm>
                <a:off x="3811524" y="1143000"/>
                <a:ext cx="4568952" cy="914400"/>
              </a:xfrm>
              <a:prstGeom prst="rect">
                <a:avLst/>
              </a:prstGeom>
              <a:solidFill>
                <a:srgbClr val="FFFFFF"/>
              </a:solidFill>
              <a:ln w="254000">
                <a:solidFill>
                  <a:srgbClr val="1A64D7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250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56235737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C693119-FFB3-104E-BDD4-69FDC31CE38A}"/>
              </a:ext>
            </a:extLst>
          </p:cNvPr>
          <p:cNvGrpSpPr/>
          <p:nvPr/>
        </p:nvGrpSpPr>
        <p:grpSpPr>
          <a:xfrm rot="-5400000">
            <a:off x="3352800" y="685800"/>
            <a:ext cx="5486400" cy="5486400"/>
            <a:chOff x="3352800" y="685800"/>
            <a:chExt cx="5486400" cy="5486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F01A66-0964-864F-BEC8-A508FA691DA3}"/>
                </a:ext>
              </a:extLst>
            </p:cNvPr>
            <p:cNvSpPr/>
            <p:nvPr/>
          </p:nvSpPr>
          <p:spPr>
            <a:xfrm>
              <a:off x="3352800" y="685800"/>
              <a:ext cx="5486400" cy="54864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 sz="30000" spc="1500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Phosphate Inline" panose="02000506050000020004" pitchFamily="2" charset="77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8FC9916-A109-2044-8BAE-E5BCD5FE8F3F}"/>
                </a:ext>
              </a:extLst>
            </p:cNvPr>
            <p:cNvGrpSpPr/>
            <p:nvPr/>
          </p:nvGrpSpPr>
          <p:grpSpPr>
            <a:xfrm>
              <a:off x="3811524" y="1031334"/>
              <a:ext cx="4568952" cy="4683666"/>
              <a:chOff x="3811524" y="1031334"/>
              <a:chExt cx="4568952" cy="4683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4D51551-2ED2-7C40-AA19-B8090981448B}"/>
                  </a:ext>
                </a:extLst>
              </p:cNvPr>
              <p:cNvSpPr/>
              <p:nvPr/>
            </p:nvSpPr>
            <p:spPr>
              <a:xfrm>
                <a:off x="5641848" y="1143000"/>
                <a:ext cx="914400" cy="4572000"/>
              </a:xfrm>
              <a:prstGeom prst="rect">
                <a:avLst/>
              </a:prstGeom>
              <a:solidFill>
                <a:srgbClr val="000000"/>
              </a:solidFill>
              <a:ln w="254000">
                <a:solidFill>
                  <a:srgbClr val="FFFFFF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30A0D96-36CF-A149-B5BB-04162814CDD6}"/>
                  </a:ext>
                </a:extLst>
              </p:cNvPr>
              <p:cNvSpPr/>
              <p:nvPr/>
            </p:nvSpPr>
            <p:spPr>
              <a:xfrm rot="-2700000">
                <a:off x="6554724" y="1031334"/>
                <a:ext cx="914400" cy="2963485"/>
              </a:xfrm>
              <a:prstGeom prst="rect">
                <a:avLst/>
              </a:prstGeom>
              <a:solidFill>
                <a:srgbClr val="000000"/>
              </a:solidFill>
              <a:ln w="254000">
                <a:solidFill>
                  <a:srgbClr val="FFFFFF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775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A55AE56-EF51-7143-BD26-4193ED736FC5}"/>
                  </a:ext>
                </a:extLst>
              </p:cNvPr>
              <p:cNvSpPr/>
              <p:nvPr/>
            </p:nvSpPr>
            <p:spPr>
              <a:xfrm>
                <a:off x="3811524" y="1143000"/>
                <a:ext cx="4568952" cy="914400"/>
              </a:xfrm>
              <a:prstGeom prst="rect">
                <a:avLst/>
              </a:prstGeom>
              <a:solidFill>
                <a:srgbClr val="000000"/>
              </a:solidFill>
              <a:ln w="254000">
                <a:solidFill>
                  <a:srgbClr val="FFFFFF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250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30322624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C693119-FFB3-104E-BDD4-69FDC31CE38A}"/>
              </a:ext>
            </a:extLst>
          </p:cNvPr>
          <p:cNvGrpSpPr/>
          <p:nvPr/>
        </p:nvGrpSpPr>
        <p:grpSpPr>
          <a:xfrm rot="-5400000">
            <a:off x="3352800" y="685800"/>
            <a:ext cx="5486400" cy="5486400"/>
            <a:chOff x="3352800" y="685800"/>
            <a:chExt cx="5486400" cy="5486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F01A66-0964-864F-BEC8-A508FA691DA3}"/>
                </a:ext>
              </a:extLst>
            </p:cNvPr>
            <p:cNvSpPr/>
            <p:nvPr/>
          </p:nvSpPr>
          <p:spPr>
            <a:xfrm>
              <a:off x="3352800" y="685800"/>
              <a:ext cx="5486400" cy="548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 sz="30000" spc="1500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Phosphate Inline" panose="02000506050000020004" pitchFamily="2" charset="77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8FC9916-A109-2044-8BAE-E5BCD5FE8F3F}"/>
                </a:ext>
              </a:extLst>
            </p:cNvPr>
            <p:cNvGrpSpPr/>
            <p:nvPr/>
          </p:nvGrpSpPr>
          <p:grpSpPr>
            <a:xfrm>
              <a:off x="3811524" y="1031334"/>
              <a:ext cx="4568952" cy="4683666"/>
              <a:chOff x="3811524" y="1031334"/>
              <a:chExt cx="4568952" cy="4683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4D51551-2ED2-7C40-AA19-B8090981448B}"/>
                  </a:ext>
                </a:extLst>
              </p:cNvPr>
              <p:cNvSpPr/>
              <p:nvPr/>
            </p:nvSpPr>
            <p:spPr>
              <a:xfrm>
                <a:off x="5641848" y="1143000"/>
                <a:ext cx="914400" cy="4572000"/>
              </a:xfrm>
              <a:prstGeom prst="rect">
                <a:avLst/>
              </a:prstGeom>
              <a:solidFill>
                <a:srgbClr val="FFFFFF"/>
              </a:solidFill>
              <a:ln w="254000">
                <a:solidFill>
                  <a:srgbClr val="000000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30A0D96-36CF-A149-B5BB-04162814CDD6}"/>
                  </a:ext>
                </a:extLst>
              </p:cNvPr>
              <p:cNvSpPr/>
              <p:nvPr/>
            </p:nvSpPr>
            <p:spPr>
              <a:xfrm rot="-2700000">
                <a:off x="6554724" y="1031334"/>
                <a:ext cx="914400" cy="2963485"/>
              </a:xfrm>
              <a:prstGeom prst="rect">
                <a:avLst/>
              </a:prstGeom>
              <a:solidFill>
                <a:srgbClr val="FFFFFF"/>
              </a:solidFill>
              <a:ln w="254000">
                <a:solidFill>
                  <a:srgbClr val="000000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775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A55AE56-EF51-7143-BD26-4193ED736FC5}"/>
                  </a:ext>
                </a:extLst>
              </p:cNvPr>
              <p:cNvSpPr/>
              <p:nvPr/>
            </p:nvSpPr>
            <p:spPr>
              <a:xfrm>
                <a:off x="3811524" y="1143000"/>
                <a:ext cx="4568952" cy="914400"/>
              </a:xfrm>
              <a:prstGeom prst="rect">
                <a:avLst/>
              </a:prstGeom>
              <a:solidFill>
                <a:srgbClr val="FFFFFF"/>
              </a:solidFill>
              <a:ln w="254000">
                <a:solidFill>
                  <a:srgbClr val="000000"/>
                </a:solidFill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250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82713677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C693119-FFB3-104E-BDD4-69FDC31CE38A}"/>
              </a:ext>
            </a:extLst>
          </p:cNvPr>
          <p:cNvGrpSpPr/>
          <p:nvPr/>
        </p:nvGrpSpPr>
        <p:grpSpPr>
          <a:xfrm rot="-5400000">
            <a:off x="3352800" y="685800"/>
            <a:ext cx="5486400" cy="5486400"/>
            <a:chOff x="3352800" y="685800"/>
            <a:chExt cx="5486400" cy="5486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F01A66-0964-864F-BEC8-A508FA691DA3}"/>
                </a:ext>
              </a:extLst>
            </p:cNvPr>
            <p:cNvSpPr/>
            <p:nvPr/>
          </p:nvSpPr>
          <p:spPr>
            <a:xfrm>
              <a:off x="3352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 sz="30000" spc="1500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Phosphate Inline" panose="02000506050000020004" pitchFamily="2" charset="77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8FC9916-A109-2044-8BAE-E5BCD5FE8F3F}"/>
                </a:ext>
              </a:extLst>
            </p:cNvPr>
            <p:cNvGrpSpPr/>
            <p:nvPr/>
          </p:nvGrpSpPr>
          <p:grpSpPr>
            <a:xfrm>
              <a:off x="3811524" y="1031334"/>
              <a:ext cx="4568952" cy="4683666"/>
              <a:chOff x="3811524" y="1031334"/>
              <a:chExt cx="4568952" cy="4683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4D51551-2ED2-7C40-AA19-B8090981448B}"/>
                  </a:ext>
                </a:extLst>
              </p:cNvPr>
              <p:cNvSpPr/>
              <p:nvPr/>
            </p:nvSpPr>
            <p:spPr>
              <a:xfrm>
                <a:off x="5641848" y="1143000"/>
                <a:ext cx="914400" cy="4572000"/>
              </a:xfrm>
              <a:prstGeom prst="rect">
                <a:avLst/>
              </a:prstGeom>
              <a:solidFill>
                <a:srgbClr val="1A64D7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30A0D96-36CF-A149-B5BB-04162814CDD6}"/>
                  </a:ext>
                </a:extLst>
              </p:cNvPr>
              <p:cNvSpPr/>
              <p:nvPr/>
            </p:nvSpPr>
            <p:spPr>
              <a:xfrm rot="-2700000">
                <a:off x="6554724" y="1031334"/>
                <a:ext cx="914400" cy="2963485"/>
              </a:xfrm>
              <a:prstGeom prst="rect">
                <a:avLst/>
              </a:prstGeom>
              <a:solidFill>
                <a:srgbClr val="1A64D7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775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A55AE56-EF51-7143-BD26-4193ED736FC5}"/>
                  </a:ext>
                </a:extLst>
              </p:cNvPr>
              <p:cNvSpPr/>
              <p:nvPr/>
            </p:nvSpPr>
            <p:spPr>
              <a:xfrm>
                <a:off x="3811524" y="1143000"/>
                <a:ext cx="4568952" cy="914400"/>
              </a:xfrm>
              <a:prstGeom prst="rect">
                <a:avLst/>
              </a:prstGeom>
              <a:solidFill>
                <a:srgbClr val="1A64D7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250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48320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C693119-FFB3-104E-BDD4-69FDC31CE38A}"/>
              </a:ext>
            </a:extLst>
          </p:cNvPr>
          <p:cNvGrpSpPr/>
          <p:nvPr/>
        </p:nvGrpSpPr>
        <p:grpSpPr>
          <a:xfrm rot="-5400000">
            <a:off x="3352800" y="685800"/>
            <a:ext cx="5486400" cy="5486400"/>
            <a:chOff x="3352800" y="685800"/>
            <a:chExt cx="5486400" cy="5486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F01A66-0964-864F-BEC8-A508FA691DA3}"/>
                </a:ext>
              </a:extLst>
            </p:cNvPr>
            <p:cNvSpPr/>
            <p:nvPr/>
          </p:nvSpPr>
          <p:spPr>
            <a:xfrm>
              <a:off x="3352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 sz="30000" spc="1500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Phosphate Inline" panose="02000506050000020004" pitchFamily="2" charset="77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8FC9916-A109-2044-8BAE-E5BCD5FE8F3F}"/>
                </a:ext>
              </a:extLst>
            </p:cNvPr>
            <p:cNvGrpSpPr/>
            <p:nvPr/>
          </p:nvGrpSpPr>
          <p:grpSpPr>
            <a:xfrm>
              <a:off x="3811524" y="1031334"/>
              <a:ext cx="4568952" cy="4683666"/>
              <a:chOff x="3811524" y="1031334"/>
              <a:chExt cx="4568952" cy="4683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4D51551-2ED2-7C40-AA19-B8090981448B}"/>
                  </a:ext>
                </a:extLst>
              </p:cNvPr>
              <p:cNvSpPr/>
              <p:nvPr/>
            </p:nvSpPr>
            <p:spPr>
              <a:xfrm>
                <a:off x="5641848" y="1143000"/>
                <a:ext cx="914400" cy="4572000"/>
              </a:xfrm>
              <a:prstGeom prst="rect">
                <a:avLst/>
              </a:prstGeom>
              <a:solidFill>
                <a:srgbClr val="FFB500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30A0D96-36CF-A149-B5BB-04162814CDD6}"/>
                  </a:ext>
                </a:extLst>
              </p:cNvPr>
              <p:cNvSpPr/>
              <p:nvPr/>
            </p:nvSpPr>
            <p:spPr>
              <a:xfrm rot="-2700000">
                <a:off x="6554724" y="1031334"/>
                <a:ext cx="914400" cy="2963485"/>
              </a:xfrm>
              <a:prstGeom prst="rect">
                <a:avLst/>
              </a:prstGeom>
              <a:solidFill>
                <a:srgbClr val="FFB500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775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A55AE56-EF51-7143-BD26-4193ED736FC5}"/>
                  </a:ext>
                </a:extLst>
              </p:cNvPr>
              <p:cNvSpPr/>
              <p:nvPr/>
            </p:nvSpPr>
            <p:spPr>
              <a:xfrm>
                <a:off x="3811524" y="1143000"/>
                <a:ext cx="4568952" cy="914400"/>
              </a:xfrm>
              <a:prstGeom prst="rect">
                <a:avLst/>
              </a:prstGeom>
              <a:solidFill>
                <a:srgbClr val="FFB500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250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72465533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C693119-FFB3-104E-BDD4-69FDC31CE38A}"/>
              </a:ext>
            </a:extLst>
          </p:cNvPr>
          <p:cNvGrpSpPr/>
          <p:nvPr/>
        </p:nvGrpSpPr>
        <p:grpSpPr>
          <a:xfrm rot="-5400000">
            <a:off x="3352800" y="685800"/>
            <a:ext cx="5486400" cy="5486400"/>
            <a:chOff x="3352800" y="685800"/>
            <a:chExt cx="5486400" cy="5486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F01A66-0964-864F-BEC8-A508FA691DA3}"/>
                </a:ext>
              </a:extLst>
            </p:cNvPr>
            <p:cNvSpPr/>
            <p:nvPr/>
          </p:nvSpPr>
          <p:spPr>
            <a:xfrm>
              <a:off x="3352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 sz="30000" spc="1500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Phosphate Inline" panose="02000506050000020004" pitchFamily="2" charset="77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8FC9916-A109-2044-8BAE-E5BCD5FE8F3F}"/>
                </a:ext>
              </a:extLst>
            </p:cNvPr>
            <p:cNvGrpSpPr/>
            <p:nvPr/>
          </p:nvGrpSpPr>
          <p:grpSpPr>
            <a:xfrm>
              <a:off x="3811524" y="1031334"/>
              <a:ext cx="4568952" cy="4683666"/>
              <a:chOff x="3811524" y="1031334"/>
              <a:chExt cx="4568952" cy="4683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4D51551-2ED2-7C40-AA19-B8090981448B}"/>
                  </a:ext>
                </a:extLst>
              </p:cNvPr>
              <p:cNvSpPr/>
              <p:nvPr/>
            </p:nvSpPr>
            <p:spPr>
              <a:xfrm>
                <a:off x="5641848" y="1143000"/>
                <a:ext cx="914400" cy="4572000"/>
              </a:xfrm>
              <a:prstGeom prst="rect">
                <a:avLst/>
              </a:prstGeom>
              <a:solidFill>
                <a:srgbClr val="FFFFFF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30A0D96-36CF-A149-B5BB-04162814CDD6}"/>
                  </a:ext>
                </a:extLst>
              </p:cNvPr>
              <p:cNvSpPr/>
              <p:nvPr/>
            </p:nvSpPr>
            <p:spPr>
              <a:xfrm rot="-2700000">
                <a:off x="6554724" y="1031334"/>
                <a:ext cx="914400" cy="2963485"/>
              </a:xfrm>
              <a:prstGeom prst="rect">
                <a:avLst/>
              </a:prstGeom>
              <a:solidFill>
                <a:srgbClr val="FFFFFF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775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A55AE56-EF51-7143-BD26-4193ED736FC5}"/>
                  </a:ext>
                </a:extLst>
              </p:cNvPr>
              <p:cNvSpPr/>
              <p:nvPr/>
            </p:nvSpPr>
            <p:spPr>
              <a:xfrm>
                <a:off x="3811524" y="1143000"/>
                <a:ext cx="4568952" cy="914400"/>
              </a:xfrm>
              <a:prstGeom prst="rect">
                <a:avLst/>
              </a:prstGeom>
              <a:solidFill>
                <a:srgbClr val="FFFFFF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250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85463390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C693119-FFB3-104E-BDD4-69FDC31CE38A}"/>
              </a:ext>
            </a:extLst>
          </p:cNvPr>
          <p:cNvGrpSpPr/>
          <p:nvPr/>
        </p:nvGrpSpPr>
        <p:grpSpPr>
          <a:xfrm rot="-5400000">
            <a:off x="3352800" y="685800"/>
            <a:ext cx="5486400" cy="5486400"/>
            <a:chOff x="3352800" y="685800"/>
            <a:chExt cx="5486400" cy="5486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F01A66-0964-864F-BEC8-A508FA691DA3}"/>
                </a:ext>
              </a:extLst>
            </p:cNvPr>
            <p:cNvSpPr/>
            <p:nvPr/>
          </p:nvSpPr>
          <p:spPr>
            <a:xfrm>
              <a:off x="3352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 sz="30000" spc="1500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Phosphate Inline" panose="02000506050000020004" pitchFamily="2" charset="77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8FC9916-A109-2044-8BAE-E5BCD5FE8F3F}"/>
                </a:ext>
              </a:extLst>
            </p:cNvPr>
            <p:cNvGrpSpPr/>
            <p:nvPr/>
          </p:nvGrpSpPr>
          <p:grpSpPr>
            <a:xfrm>
              <a:off x="3811524" y="1031334"/>
              <a:ext cx="4568952" cy="4683666"/>
              <a:chOff x="3811524" y="1031334"/>
              <a:chExt cx="4568952" cy="4683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4D51551-2ED2-7C40-AA19-B8090981448B}"/>
                  </a:ext>
                </a:extLst>
              </p:cNvPr>
              <p:cNvSpPr/>
              <p:nvPr/>
            </p:nvSpPr>
            <p:spPr>
              <a:xfrm>
                <a:off x="5641848" y="1143000"/>
                <a:ext cx="914400" cy="4572000"/>
              </a:xfrm>
              <a:prstGeom prst="rect">
                <a:avLst/>
              </a:prstGeom>
              <a:solidFill>
                <a:srgbClr val="000000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30A0D96-36CF-A149-B5BB-04162814CDD6}"/>
                  </a:ext>
                </a:extLst>
              </p:cNvPr>
              <p:cNvSpPr/>
              <p:nvPr/>
            </p:nvSpPr>
            <p:spPr>
              <a:xfrm rot="-2700000">
                <a:off x="6554724" y="1031334"/>
                <a:ext cx="914400" cy="2963485"/>
              </a:xfrm>
              <a:prstGeom prst="rect">
                <a:avLst/>
              </a:prstGeom>
              <a:solidFill>
                <a:srgbClr val="000000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775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A55AE56-EF51-7143-BD26-4193ED736FC5}"/>
                  </a:ext>
                </a:extLst>
              </p:cNvPr>
              <p:cNvSpPr/>
              <p:nvPr/>
            </p:nvSpPr>
            <p:spPr>
              <a:xfrm>
                <a:off x="3811524" y="1143000"/>
                <a:ext cx="4568952" cy="914400"/>
              </a:xfrm>
              <a:prstGeom prst="rect">
                <a:avLst/>
              </a:prstGeom>
              <a:solidFill>
                <a:srgbClr val="000000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250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62563491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C693119-FFB3-104E-BDD4-69FDC31CE38A}"/>
              </a:ext>
            </a:extLst>
          </p:cNvPr>
          <p:cNvGrpSpPr/>
          <p:nvPr/>
        </p:nvGrpSpPr>
        <p:grpSpPr>
          <a:xfrm rot="-5400000">
            <a:off x="3352800" y="685800"/>
            <a:ext cx="5486400" cy="5486400"/>
            <a:chOff x="3352800" y="685800"/>
            <a:chExt cx="5486400" cy="5486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F01A66-0964-864F-BEC8-A508FA691DA3}"/>
                </a:ext>
              </a:extLst>
            </p:cNvPr>
            <p:cNvSpPr/>
            <p:nvPr/>
          </p:nvSpPr>
          <p:spPr>
            <a:xfrm>
              <a:off x="3352800" y="685800"/>
              <a:ext cx="5486400" cy="5486400"/>
            </a:xfrm>
            <a:prstGeom prst="rect">
              <a:avLst/>
            </a:prstGeom>
            <a:solidFill>
              <a:srgbClr val="1A64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 sz="30000" spc="1500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Phosphate Inline" panose="02000506050000020004" pitchFamily="2" charset="77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8FC9916-A109-2044-8BAE-E5BCD5FE8F3F}"/>
                </a:ext>
              </a:extLst>
            </p:cNvPr>
            <p:cNvGrpSpPr/>
            <p:nvPr/>
          </p:nvGrpSpPr>
          <p:grpSpPr>
            <a:xfrm>
              <a:off x="3811524" y="1031334"/>
              <a:ext cx="4568952" cy="4683666"/>
              <a:chOff x="3811524" y="1031334"/>
              <a:chExt cx="4568952" cy="4683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4D51551-2ED2-7C40-AA19-B8090981448B}"/>
                  </a:ext>
                </a:extLst>
              </p:cNvPr>
              <p:cNvSpPr/>
              <p:nvPr/>
            </p:nvSpPr>
            <p:spPr>
              <a:xfrm>
                <a:off x="5641848" y="1143000"/>
                <a:ext cx="914400" cy="4572000"/>
              </a:xfrm>
              <a:prstGeom prst="rect">
                <a:avLst/>
              </a:prstGeom>
              <a:solidFill>
                <a:srgbClr val="FFFFFF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30A0D96-36CF-A149-B5BB-04162814CDD6}"/>
                  </a:ext>
                </a:extLst>
              </p:cNvPr>
              <p:cNvSpPr/>
              <p:nvPr/>
            </p:nvSpPr>
            <p:spPr>
              <a:xfrm rot="-2700000">
                <a:off x="6554724" y="1031334"/>
                <a:ext cx="914400" cy="2963485"/>
              </a:xfrm>
              <a:prstGeom prst="rect">
                <a:avLst/>
              </a:prstGeom>
              <a:solidFill>
                <a:srgbClr val="FFFFFF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775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A55AE56-EF51-7143-BD26-4193ED736FC5}"/>
                  </a:ext>
                </a:extLst>
              </p:cNvPr>
              <p:cNvSpPr/>
              <p:nvPr/>
            </p:nvSpPr>
            <p:spPr>
              <a:xfrm>
                <a:off x="3811524" y="1143000"/>
                <a:ext cx="4568952" cy="914400"/>
              </a:xfrm>
              <a:prstGeom prst="rect">
                <a:avLst/>
              </a:prstGeom>
              <a:solidFill>
                <a:srgbClr val="FFFFFF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250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84521937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C693119-FFB3-104E-BDD4-69FDC31CE38A}"/>
              </a:ext>
            </a:extLst>
          </p:cNvPr>
          <p:cNvGrpSpPr/>
          <p:nvPr/>
        </p:nvGrpSpPr>
        <p:grpSpPr>
          <a:xfrm rot="-5400000">
            <a:off x="3352800" y="685800"/>
            <a:ext cx="5486400" cy="5486400"/>
            <a:chOff x="3352800" y="685800"/>
            <a:chExt cx="5486400" cy="5486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F01A66-0964-864F-BEC8-A508FA691DA3}"/>
                </a:ext>
              </a:extLst>
            </p:cNvPr>
            <p:cNvSpPr/>
            <p:nvPr/>
          </p:nvSpPr>
          <p:spPr>
            <a:xfrm>
              <a:off x="3352800" y="685800"/>
              <a:ext cx="5486400" cy="548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 sz="30000" spc="1500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Phosphate Inline" panose="02000506050000020004" pitchFamily="2" charset="77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8FC9916-A109-2044-8BAE-E5BCD5FE8F3F}"/>
                </a:ext>
              </a:extLst>
            </p:cNvPr>
            <p:cNvGrpSpPr/>
            <p:nvPr/>
          </p:nvGrpSpPr>
          <p:grpSpPr>
            <a:xfrm>
              <a:off x="3811524" y="1031334"/>
              <a:ext cx="4568952" cy="4683666"/>
              <a:chOff x="3811524" y="1031334"/>
              <a:chExt cx="4568952" cy="4683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4D51551-2ED2-7C40-AA19-B8090981448B}"/>
                  </a:ext>
                </a:extLst>
              </p:cNvPr>
              <p:cNvSpPr/>
              <p:nvPr/>
            </p:nvSpPr>
            <p:spPr>
              <a:xfrm>
                <a:off x="5641848" y="1143000"/>
                <a:ext cx="914400" cy="4572000"/>
              </a:xfrm>
              <a:prstGeom prst="rect">
                <a:avLst/>
              </a:prstGeom>
              <a:solidFill>
                <a:srgbClr val="1A64D7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30A0D96-36CF-A149-B5BB-04162814CDD6}"/>
                  </a:ext>
                </a:extLst>
              </p:cNvPr>
              <p:cNvSpPr/>
              <p:nvPr/>
            </p:nvSpPr>
            <p:spPr>
              <a:xfrm rot="-2700000">
                <a:off x="6554724" y="1031334"/>
                <a:ext cx="914400" cy="2963485"/>
              </a:xfrm>
              <a:prstGeom prst="rect">
                <a:avLst/>
              </a:prstGeom>
              <a:solidFill>
                <a:srgbClr val="1A64D7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775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A55AE56-EF51-7143-BD26-4193ED736FC5}"/>
                  </a:ext>
                </a:extLst>
              </p:cNvPr>
              <p:cNvSpPr/>
              <p:nvPr/>
            </p:nvSpPr>
            <p:spPr>
              <a:xfrm>
                <a:off x="3811524" y="1143000"/>
                <a:ext cx="4568952" cy="914400"/>
              </a:xfrm>
              <a:prstGeom prst="rect">
                <a:avLst/>
              </a:prstGeom>
              <a:solidFill>
                <a:srgbClr val="1A64D7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250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62860648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C693119-FFB3-104E-BDD4-69FDC31CE38A}"/>
              </a:ext>
            </a:extLst>
          </p:cNvPr>
          <p:cNvGrpSpPr/>
          <p:nvPr/>
        </p:nvGrpSpPr>
        <p:grpSpPr>
          <a:xfrm rot="-5400000">
            <a:off x="3352800" y="685800"/>
            <a:ext cx="5486400" cy="5486400"/>
            <a:chOff x="3352800" y="685800"/>
            <a:chExt cx="5486400" cy="5486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F01A66-0964-864F-BEC8-A508FA691DA3}"/>
                </a:ext>
              </a:extLst>
            </p:cNvPr>
            <p:cNvSpPr/>
            <p:nvPr/>
          </p:nvSpPr>
          <p:spPr>
            <a:xfrm>
              <a:off x="3352800" y="685800"/>
              <a:ext cx="5486400" cy="54864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 sz="30000" spc="1500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Phosphate Inline" panose="02000506050000020004" pitchFamily="2" charset="77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8FC9916-A109-2044-8BAE-E5BCD5FE8F3F}"/>
                </a:ext>
              </a:extLst>
            </p:cNvPr>
            <p:cNvGrpSpPr/>
            <p:nvPr/>
          </p:nvGrpSpPr>
          <p:grpSpPr>
            <a:xfrm>
              <a:off x="3811524" y="1031334"/>
              <a:ext cx="4568952" cy="4683666"/>
              <a:chOff x="3811524" y="1031334"/>
              <a:chExt cx="4568952" cy="4683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4D51551-2ED2-7C40-AA19-B8090981448B}"/>
                  </a:ext>
                </a:extLst>
              </p:cNvPr>
              <p:cNvSpPr/>
              <p:nvPr/>
            </p:nvSpPr>
            <p:spPr>
              <a:xfrm>
                <a:off x="5641848" y="1143000"/>
                <a:ext cx="914400" cy="4572000"/>
              </a:xfrm>
              <a:prstGeom prst="rect">
                <a:avLst/>
              </a:prstGeom>
              <a:solidFill>
                <a:srgbClr val="FFFFFF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30A0D96-36CF-A149-B5BB-04162814CDD6}"/>
                  </a:ext>
                </a:extLst>
              </p:cNvPr>
              <p:cNvSpPr/>
              <p:nvPr/>
            </p:nvSpPr>
            <p:spPr>
              <a:xfrm rot="-2700000">
                <a:off x="6554724" y="1031334"/>
                <a:ext cx="914400" cy="2963485"/>
              </a:xfrm>
              <a:prstGeom prst="rect">
                <a:avLst/>
              </a:prstGeom>
              <a:solidFill>
                <a:srgbClr val="FFFFFF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775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A55AE56-EF51-7143-BD26-4193ED736FC5}"/>
                  </a:ext>
                </a:extLst>
              </p:cNvPr>
              <p:cNvSpPr/>
              <p:nvPr/>
            </p:nvSpPr>
            <p:spPr>
              <a:xfrm>
                <a:off x="3811524" y="1143000"/>
                <a:ext cx="4568952" cy="914400"/>
              </a:xfrm>
              <a:prstGeom prst="rect">
                <a:avLst/>
              </a:prstGeom>
              <a:solidFill>
                <a:srgbClr val="FFFFFF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250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85549966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C693119-FFB3-104E-BDD4-69FDC31CE38A}"/>
              </a:ext>
            </a:extLst>
          </p:cNvPr>
          <p:cNvGrpSpPr/>
          <p:nvPr/>
        </p:nvGrpSpPr>
        <p:grpSpPr>
          <a:xfrm rot="-5400000">
            <a:off x="3352800" y="685800"/>
            <a:ext cx="5486400" cy="5486400"/>
            <a:chOff x="3352800" y="685800"/>
            <a:chExt cx="5486400" cy="5486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F01A66-0964-864F-BEC8-A508FA691DA3}"/>
                </a:ext>
              </a:extLst>
            </p:cNvPr>
            <p:cNvSpPr/>
            <p:nvPr/>
          </p:nvSpPr>
          <p:spPr>
            <a:xfrm>
              <a:off x="3352800" y="685800"/>
              <a:ext cx="5486400" cy="548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 sz="30000" spc="1500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Phosphate Inline" panose="02000506050000020004" pitchFamily="2" charset="77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8FC9916-A109-2044-8BAE-E5BCD5FE8F3F}"/>
                </a:ext>
              </a:extLst>
            </p:cNvPr>
            <p:cNvGrpSpPr/>
            <p:nvPr/>
          </p:nvGrpSpPr>
          <p:grpSpPr>
            <a:xfrm>
              <a:off x="3811524" y="1031334"/>
              <a:ext cx="4568952" cy="4683666"/>
              <a:chOff x="3811524" y="1031334"/>
              <a:chExt cx="4568952" cy="4683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4D51551-2ED2-7C40-AA19-B8090981448B}"/>
                  </a:ext>
                </a:extLst>
              </p:cNvPr>
              <p:cNvSpPr/>
              <p:nvPr/>
            </p:nvSpPr>
            <p:spPr>
              <a:xfrm>
                <a:off x="5641848" y="1143000"/>
                <a:ext cx="914400" cy="4572000"/>
              </a:xfrm>
              <a:prstGeom prst="rect">
                <a:avLst/>
              </a:prstGeom>
              <a:solidFill>
                <a:srgbClr val="000000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30A0D96-36CF-A149-B5BB-04162814CDD6}"/>
                  </a:ext>
                </a:extLst>
              </p:cNvPr>
              <p:cNvSpPr/>
              <p:nvPr/>
            </p:nvSpPr>
            <p:spPr>
              <a:xfrm rot="-2700000">
                <a:off x="6554724" y="1031334"/>
                <a:ext cx="914400" cy="2963485"/>
              </a:xfrm>
              <a:prstGeom prst="rect">
                <a:avLst/>
              </a:prstGeom>
              <a:solidFill>
                <a:srgbClr val="000000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775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A55AE56-EF51-7143-BD26-4193ED736FC5}"/>
                  </a:ext>
                </a:extLst>
              </p:cNvPr>
              <p:cNvSpPr/>
              <p:nvPr/>
            </p:nvSpPr>
            <p:spPr>
              <a:xfrm>
                <a:off x="3811524" y="1143000"/>
                <a:ext cx="4568952" cy="914400"/>
              </a:xfrm>
              <a:prstGeom prst="rect">
                <a:avLst/>
              </a:prstGeom>
              <a:solidFill>
                <a:srgbClr val="000000"/>
              </a:solidFill>
              <a:ln w="254000">
                <a:noFill/>
                <a:beve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rmAutofit fontScale="25000" lnSpcReduction="20000"/>
              </a:bodyPr>
              <a:lstStyle/>
              <a:p>
                <a:pPr algn="ctr"/>
                <a:endParaRPr lang="en-US" sz="30000" spc="1500" dirty="0">
                  <a:solidFill>
                    <a:srgbClr val="FFFFFF"/>
                  </a:solidFill>
                  <a:latin typeface="STHupo" panose="02010800040101010101" pitchFamily="2" charset="-122"/>
                  <a:ea typeface="STHupo" panose="02010800040101010101" pitchFamily="2" charset="-122"/>
                  <a:cs typeface="Phosphate Inline" panose="02000506050000020004" pitchFamily="2" charset="7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02612933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A64D7"/>
        </a:solidFill>
        <a:ln>
          <a:noFill/>
        </a:ln>
      </a:spPr>
      <a:bodyPr lIns="0" tIns="0" rIns="0" bIns="0" rtlCol="0" anchor="ctr">
        <a:normAutofit/>
      </a:bodyPr>
      <a:lstStyle>
        <a:defPPr algn="ctr">
          <a:defRPr sz="30000" spc="1500" dirty="0">
            <a:solidFill>
              <a:srgbClr val="FFFFFF"/>
            </a:solidFill>
            <a:latin typeface="STHupo" panose="02010800040101010101" pitchFamily="2" charset="-122"/>
            <a:ea typeface="STHupo" panose="02010800040101010101" pitchFamily="2" charset="-122"/>
            <a:cs typeface="Phosphate Inline" panose="02000506050000020004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15300</TotalTime>
  <Words>7</Words>
  <Application>Microsoft Macintosh PowerPoint</Application>
  <PresentationFormat>Widescreen</PresentationFormat>
  <Paragraphs>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STHupo</vt:lpstr>
      <vt:lpstr>Arial</vt:lpstr>
      <vt:lpstr>Avenir Next Heavy</vt:lpstr>
      <vt:lpstr>Avenir Next Medium</vt:lpstr>
      <vt:lpstr>Calibri</vt:lpstr>
      <vt:lpstr>Calibri Light</vt:lpstr>
      <vt:lpstr>Phosphate Inline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60</cp:revision>
  <dcterms:created xsi:type="dcterms:W3CDTF">2018-09-14T21:29:09Z</dcterms:created>
  <dcterms:modified xsi:type="dcterms:W3CDTF">2018-10-26T17:36:34Z</dcterms:modified>
</cp:coreProperties>
</file>